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06B8-AA26-1728-96DE-D5882A2BE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4AA76-5FFE-9E25-FB22-835CA41AA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A300E-B94D-A18A-1289-3575C46E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A6757-9FB2-2DF4-0BE4-1F357042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E8748-8354-B94F-0087-04C68D9C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567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A160-A2DE-4E75-F812-8CB38F6F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52A02-073D-D0D8-CA4D-C4848C2A7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4B77E-9CA9-3E14-FEC4-493D871A7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22F98-D243-A109-40A5-37758F83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0E141-7924-784D-980B-A6108846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273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8970-165B-30D9-1827-2175AA8BE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3732A-DBF1-73BC-653C-9E05035BC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EBB3E-56BB-170D-CA26-8EF1A20EE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771DB-1EF7-5AF5-8F26-B30672A4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1386A-BCDE-A187-F78B-AEB125CF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00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98C5-6847-D609-BCFF-54423D4E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322BA-8B5E-6F30-A17F-32EC84DA0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A18B3-ED76-CFD8-54B0-A23032EC8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4D1D9-6134-5E7C-5F14-D32BAC61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9FBFC-1079-10FB-3BEA-81EDA432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B478E-AF26-108B-FA0C-C4DF1FA4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926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23E3-BC1B-DC52-EF5B-125F9364A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ED787-C4DE-59C4-D045-C4B7B6704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260F2-C006-A9DE-B290-63E85988E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B594A-484F-8E28-37C6-9C48D2CC3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76069-33CF-A0F8-58A1-28446A5E5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3128C-F591-EB4B-4C46-3CEB4335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3D4296-2614-55AD-37A5-C4036C0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43FD8-5457-6622-1E82-9BA3EA6D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478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AA49-FE56-E3AC-4483-0AA14DB74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0AED2-4E07-BB10-E008-11A1FB04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F38C2-BEFD-CE44-E289-DED3A5BC9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04D4A-4163-DE9D-518E-54DAC06F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312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1065B-8568-E461-58F9-534D329D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2967F-CE6C-D620-8E8D-44722CAC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CC9BD-A08A-B38B-759D-61CDF8AB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6319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97D9-8DEF-179C-25A3-0DA16B0E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41526-BDA6-0FA9-FE1C-7AEEE8A10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B134C-FBD7-8280-DEE8-587D727A4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856ED-9640-1A12-5E9C-9C96B8328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4AA20-6E17-4A78-87FF-68B9E9307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72881-A2B3-79A2-CE54-7DD8CBBF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22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52DF-CD93-8CF4-351B-BA7DE3EA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5627F-D4B7-4B05-0783-B30161A60CB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47461-D47C-77DB-3C46-D04E1403B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4A726-225A-499A-0827-BF3D5872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3EE72-8A6C-0C5B-A914-CCA39263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CE49F-1CC2-C500-9506-A95F383E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4049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B1F2F-9815-6C45-F8EE-22E3A4EC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82F291-AE69-6E45-D71F-EB3441422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402E1-DC54-1BB1-D29A-F7A63A9F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2A5A-F9E9-E8C1-A5AC-F708B58F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3F0B0-B003-F56E-615F-12DFB9CE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4327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097EC-10D6-B51E-C04A-C12DEFB4F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A1302-D36E-0F65-AFBB-416A8E8ED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21174-D26D-6B30-0434-70FE4194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ACA7D-ABEE-DDBD-2EDD-C1D90BC8E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05583-8BCB-1C41-FC35-9FBDA33B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598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D82C40-B5FD-554E-2908-69947E68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2F01D-6F97-9809-B110-5DE52DFD9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7991F-9B2F-18FB-184E-3EABEADE8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89B76-9E4E-4278-96B8-10C80BE5E24A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3D5D3-B81A-F4FC-1E04-ED2983EC1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878C4-C4E5-E92B-80E6-C5949131C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3D814-E1F8-4CF2-8BA6-736BD35057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789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3A17B9-8AF1-AE15-22D0-5CC14A5472FC}"/>
              </a:ext>
            </a:extLst>
          </p:cNvPr>
          <p:cNvSpPr/>
          <p:nvPr/>
        </p:nvSpPr>
        <p:spPr>
          <a:xfrm>
            <a:off x="1129145" y="838200"/>
            <a:ext cx="1205346" cy="59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M365 </a:t>
            </a:r>
            <a:r>
              <a:rPr lang="es-ES" sz="1200" dirty="0" err="1">
                <a:solidFill>
                  <a:schemeClr val="tx1"/>
                </a:solidFill>
              </a:rPr>
              <a:t>Copilot</a:t>
            </a:r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0E8EF2-C96F-7811-B815-9A655A6A2FE0}"/>
              </a:ext>
            </a:extLst>
          </p:cNvPr>
          <p:cNvSpPr/>
          <p:nvPr/>
        </p:nvSpPr>
        <p:spPr>
          <a:xfrm>
            <a:off x="2949319" y="838200"/>
            <a:ext cx="1205346" cy="59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Bot 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53C9A8-0977-EF89-5059-216181E1B0CB}"/>
              </a:ext>
            </a:extLst>
          </p:cNvPr>
          <p:cNvSpPr/>
          <p:nvPr/>
        </p:nvSpPr>
        <p:spPr>
          <a:xfrm>
            <a:off x="4769493" y="838200"/>
            <a:ext cx="2263388" cy="59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ACA:</a:t>
            </a:r>
          </a:p>
          <a:p>
            <a:pPr algn="ctr"/>
            <a:r>
              <a:rPr lang="es-ES" sz="1200" dirty="0" err="1">
                <a:solidFill>
                  <a:schemeClr val="tx1"/>
                </a:solidFill>
              </a:rPr>
              <a:t>Langchain</a:t>
            </a:r>
            <a:r>
              <a:rPr lang="es-ES" sz="1200" dirty="0">
                <a:solidFill>
                  <a:schemeClr val="tx1"/>
                </a:solidFill>
              </a:rPr>
              <a:t> Agent </a:t>
            </a:r>
            <a:r>
              <a:rPr lang="es-ES" sz="1200" dirty="0" err="1">
                <a:solidFill>
                  <a:schemeClr val="tx1"/>
                </a:solidFill>
              </a:rPr>
              <a:t>with</a:t>
            </a:r>
            <a:r>
              <a:rPr lang="es-ES" sz="1200" dirty="0">
                <a:solidFill>
                  <a:schemeClr val="tx1"/>
                </a:solidFill>
              </a:rPr>
              <a:t> MCP Server and </a:t>
            </a:r>
            <a:r>
              <a:rPr lang="es-ES" sz="1200" dirty="0" err="1">
                <a:solidFill>
                  <a:schemeClr val="tx1"/>
                </a:solidFill>
              </a:rPr>
              <a:t>Copilot</a:t>
            </a:r>
            <a:r>
              <a:rPr lang="es-ES" sz="1200" dirty="0">
                <a:solidFill>
                  <a:schemeClr val="tx1"/>
                </a:solidFill>
              </a:rPr>
              <a:t> SDK bridge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393AD4-21F8-D1CA-4279-9D9DBE739D09}"/>
              </a:ext>
            </a:extLst>
          </p:cNvPr>
          <p:cNvSpPr/>
          <p:nvPr/>
        </p:nvSpPr>
        <p:spPr>
          <a:xfrm>
            <a:off x="7647709" y="838200"/>
            <a:ext cx="1205346" cy="59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>
                <a:solidFill>
                  <a:schemeClr val="tx1"/>
                </a:solidFill>
              </a:rPr>
              <a:t>Foundry</a:t>
            </a:r>
            <a:r>
              <a:rPr lang="es-ES" sz="1200" dirty="0">
                <a:solidFill>
                  <a:schemeClr val="tx1"/>
                </a:solidFill>
              </a:rPr>
              <a:t>:</a:t>
            </a:r>
            <a:br>
              <a:rPr lang="es-ES" sz="1200" dirty="0">
                <a:solidFill>
                  <a:schemeClr val="tx1"/>
                </a:solidFill>
              </a:rPr>
            </a:br>
            <a:r>
              <a:rPr lang="es-ES" sz="1200" dirty="0">
                <a:solidFill>
                  <a:schemeClr val="tx1"/>
                </a:solidFill>
              </a:rPr>
              <a:t>gpt-5.6 luna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4672D0-3DD7-6B2B-73CA-7C2DFD759105}"/>
              </a:ext>
            </a:extLst>
          </p:cNvPr>
          <p:cNvSpPr/>
          <p:nvPr/>
        </p:nvSpPr>
        <p:spPr>
          <a:xfrm>
            <a:off x="1129145" y="3598653"/>
            <a:ext cx="1205346" cy="59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M365 </a:t>
            </a:r>
            <a:r>
              <a:rPr lang="es-ES" sz="1200" dirty="0" err="1">
                <a:solidFill>
                  <a:schemeClr val="tx1"/>
                </a:solidFill>
              </a:rPr>
              <a:t>Copilot</a:t>
            </a:r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4AE13E-44EA-CDC7-2333-3F6658AB0A65}"/>
              </a:ext>
            </a:extLst>
          </p:cNvPr>
          <p:cNvSpPr/>
          <p:nvPr/>
        </p:nvSpPr>
        <p:spPr>
          <a:xfrm>
            <a:off x="2949319" y="3598653"/>
            <a:ext cx="1205346" cy="59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Bot Service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2170D1-C607-DF90-F75F-B0FF1EB3A32A}"/>
              </a:ext>
            </a:extLst>
          </p:cNvPr>
          <p:cNvSpPr/>
          <p:nvPr/>
        </p:nvSpPr>
        <p:spPr>
          <a:xfrm>
            <a:off x="4769493" y="3598653"/>
            <a:ext cx="1205346" cy="59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ACA:</a:t>
            </a:r>
          </a:p>
          <a:p>
            <a:pPr algn="ctr"/>
            <a:r>
              <a:rPr lang="es-ES" sz="1200" dirty="0" err="1">
                <a:solidFill>
                  <a:schemeClr val="tx1"/>
                </a:solidFill>
              </a:rPr>
              <a:t>Copilot</a:t>
            </a:r>
            <a:r>
              <a:rPr lang="es-ES" sz="1200" dirty="0">
                <a:solidFill>
                  <a:schemeClr val="tx1"/>
                </a:solidFill>
              </a:rPr>
              <a:t> SDK bridge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1935D-5FAE-ADAA-82FE-B3B7346BCD09}"/>
              </a:ext>
            </a:extLst>
          </p:cNvPr>
          <p:cNvSpPr/>
          <p:nvPr/>
        </p:nvSpPr>
        <p:spPr>
          <a:xfrm>
            <a:off x="8611515" y="3598653"/>
            <a:ext cx="1205346" cy="59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>
                <a:solidFill>
                  <a:schemeClr val="tx1"/>
                </a:solidFill>
              </a:rPr>
              <a:t>Foundry</a:t>
            </a:r>
            <a:r>
              <a:rPr lang="es-ES" sz="1200" dirty="0">
                <a:solidFill>
                  <a:schemeClr val="tx1"/>
                </a:solidFill>
              </a:rPr>
              <a:t>:</a:t>
            </a:r>
            <a:br>
              <a:rPr lang="es-ES" sz="1200" dirty="0">
                <a:solidFill>
                  <a:schemeClr val="tx1"/>
                </a:solidFill>
              </a:rPr>
            </a:br>
            <a:r>
              <a:rPr lang="es-ES" sz="1200" dirty="0">
                <a:solidFill>
                  <a:schemeClr val="tx1"/>
                </a:solidFill>
              </a:rPr>
              <a:t>gpt-5.6 luna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6007B-504F-C1A5-747A-E6792F345F77}"/>
              </a:ext>
            </a:extLst>
          </p:cNvPr>
          <p:cNvSpPr/>
          <p:nvPr/>
        </p:nvSpPr>
        <p:spPr>
          <a:xfrm>
            <a:off x="6589667" y="3598653"/>
            <a:ext cx="1407020" cy="59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ACA:</a:t>
            </a:r>
          </a:p>
          <a:p>
            <a:pPr algn="ctr"/>
            <a:r>
              <a:rPr lang="es-ES" sz="1200" dirty="0" err="1">
                <a:solidFill>
                  <a:schemeClr val="tx1"/>
                </a:solidFill>
              </a:rPr>
              <a:t>Langchain</a:t>
            </a:r>
            <a:r>
              <a:rPr lang="es-ES" sz="1200" dirty="0">
                <a:solidFill>
                  <a:schemeClr val="tx1"/>
                </a:solidFill>
              </a:rPr>
              <a:t> Agent </a:t>
            </a:r>
            <a:r>
              <a:rPr lang="es-ES" sz="1200" dirty="0" err="1">
                <a:solidFill>
                  <a:schemeClr val="tx1"/>
                </a:solidFill>
              </a:rPr>
              <a:t>with</a:t>
            </a:r>
            <a:r>
              <a:rPr lang="es-ES" sz="1200" dirty="0">
                <a:solidFill>
                  <a:schemeClr val="tx1"/>
                </a:solidFill>
              </a:rPr>
              <a:t> MCP Server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CC25D6-A0CA-6B0F-15D1-247280690B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34491" y="1136073"/>
            <a:ext cx="614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052EAB-4A0D-7128-513D-A7C8828A977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154665" y="1136073"/>
            <a:ext cx="614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20EC11-43A7-4ACD-353B-1A77FB71493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32881" y="1136073"/>
            <a:ext cx="614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5B77A4-6906-71E6-0714-9AF21615170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334491" y="3896526"/>
            <a:ext cx="614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974AA7B-47B7-FA99-218A-635C6F5FC2B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4154665" y="3896526"/>
            <a:ext cx="614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54E49D-783A-8D0E-C39D-B0747A8314EF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5974839" y="3896526"/>
            <a:ext cx="614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4E1258-1AA4-D946-0562-43ED45D5DCDB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7996687" y="3896526"/>
            <a:ext cx="614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604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Sevillano Cabrera</dc:creator>
  <cp:lastModifiedBy>Angel Sevillano Cabrera</cp:lastModifiedBy>
  <cp:revision>1</cp:revision>
  <dcterms:created xsi:type="dcterms:W3CDTF">2026-10-23T19:56:31Z</dcterms:created>
  <dcterms:modified xsi:type="dcterms:W3CDTF">2026-10-23T19:57:08Z</dcterms:modified>
</cp:coreProperties>
</file>